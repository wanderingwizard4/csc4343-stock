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A2FA88-B531-40F5-B541-276305DFB306}" v="14" dt="2026-04-26T02:57:33.0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4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rek Vuong" userId="3b31650fba4d300b" providerId="LiveId" clId="{83A625F3-04F4-46E0-BA42-755C838868C2}"/>
    <pc:docChg chg="undo custSel addSld delSld modSld">
      <pc:chgData name="Derek Vuong" userId="3b31650fba4d300b" providerId="LiveId" clId="{83A625F3-04F4-46E0-BA42-755C838868C2}" dt="2026-04-26T03:06:33.780" v="1939" actId="20577"/>
      <pc:docMkLst>
        <pc:docMk/>
      </pc:docMkLst>
      <pc:sldChg chg="modSp mod">
        <pc:chgData name="Derek Vuong" userId="3b31650fba4d300b" providerId="LiveId" clId="{83A625F3-04F4-46E0-BA42-755C838868C2}" dt="2026-04-26T02:36:41.490" v="38" actId="27636"/>
        <pc:sldMkLst>
          <pc:docMk/>
          <pc:sldMk cId="235295514" sldId="256"/>
        </pc:sldMkLst>
        <pc:spChg chg="mod">
          <ac:chgData name="Derek Vuong" userId="3b31650fba4d300b" providerId="LiveId" clId="{83A625F3-04F4-46E0-BA42-755C838868C2}" dt="2026-04-26T02:36:41.490" v="38" actId="27636"/>
          <ac:spMkLst>
            <pc:docMk/>
            <pc:sldMk cId="235295514" sldId="256"/>
            <ac:spMk id="2" creationId="{749BDEC8-D04C-3A01-EB4D-3F07C42058EC}"/>
          </ac:spMkLst>
        </pc:spChg>
      </pc:sldChg>
      <pc:sldChg chg="modSp mod modNotesTx">
        <pc:chgData name="Derek Vuong" userId="3b31650fba4d300b" providerId="LiveId" clId="{83A625F3-04F4-46E0-BA42-755C838868C2}" dt="2026-04-26T02:57:33.107" v="1216" actId="27636"/>
        <pc:sldMkLst>
          <pc:docMk/>
          <pc:sldMk cId="1221658709" sldId="257"/>
        </pc:sldMkLst>
        <pc:spChg chg="mod">
          <ac:chgData name="Derek Vuong" userId="3b31650fba4d300b" providerId="LiveId" clId="{83A625F3-04F4-46E0-BA42-755C838868C2}" dt="2026-04-26T02:37:16.674" v="41" actId="1076"/>
          <ac:spMkLst>
            <pc:docMk/>
            <pc:sldMk cId="1221658709" sldId="257"/>
            <ac:spMk id="2" creationId="{DF5675CC-14D9-1D4A-ECBD-8501CAF6FD55}"/>
          </ac:spMkLst>
        </pc:spChg>
        <pc:spChg chg="mod">
          <ac:chgData name="Derek Vuong" userId="3b31650fba4d300b" providerId="LiveId" clId="{83A625F3-04F4-46E0-BA42-755C838868C2}" dt="2026-04-26T02:57:33.107" v="1216" actId="27636"/>
          <ac:spMkLst>
            <pc:docMk/>
            <pc:sldMk cId="1221658709" sldId="257"/>
            <ac:spMk id="3" creationId="{D4CE117D-91C3-529F-AFB7-E71ED82B8ABF}"/>
          </ac:spMkLst>
        </pc:spChg>
      </pc:sldChg>
      <pc:sldChg chg="modSp new mod">
        <pc:chgData name="Derek Vuong" userId="3b31650fba4d300b" providerId="LiveId" clId="{83A625F3-04F4-46E0-BA42-755C838868C2}" dt="2026-04-26T02:56:50.108" v="1200" actId="20577"/>
        <pc:sldMkLst>
          <pc:docMk/>
          <pc:sldMk cId="3009437746" sldId="258"/>
        </pc:sldMkLst>
        <pc:spChg chg="mod">
          <ac:chgData name="Derek Vuong" userId="3b31650fba4d300b" providerId="LiveId" clId="{83A625F3-04F4-46E0-BA42-755C838868C2}" dt="2026-04-26T02:54:02.958" v="844" actId="20577"/>
          <ac:spMkLst>
            <pc:docMk/>
            <pc:sldMk cId="3009437746" sldId="258"/>
            <ac:spMk id="2" creationId="{E24B36DD-829F-6E81-53ED-07B40B5E8568}"/>
          </ac:spMkLst>
        </pc:spChg>
        <pc:spChg chg="mod">
          <ac:chgData name="Derek Vuong" userId="3b31650fba4d300b" providerId="LiveId" clId="{83A625F3-04F4-46E0-BA42-755C838868C2}" dt="2026-04-26T02:56:50.108" v="1200" actId="20577"/>
          <ac:spMkLst>
            <pc:docMk/>
            <pc:sldMk cId="3009437746" sldId="258"/>
            <ac:spMk id="3" creationId="{0977C963-8222-7A46-21B3-B1593152772C}"/>
          </ac:spMkLst>
        </pc:spChg>
      </pc:sldChg>
      <pc:sldChg chg="modSp new mod">
        <pc:chgData name="Derek Vuong" userId="3b31650fba4d300b" providerId="LiveId" clId="{83A625F3-04F4-46E0-BA42-755C838868C2}" dt="2026-04-26T03:04:08.051" v="1578" actId="20577"/>
        <pc:sldMkLst>
          <pc:docMk/>
          <pc:sldMk cId="858456234" sldId="259"/>
        </pc:sldMkLst>
        <pc:spChg chg="mod">
          <ac:chgData name="Derek Vuong" userId="3b31650fba4d300b" providerId="LiveId" clId="{83A625F3-04F4-46E0-BA42-755C838868C2}" dt="2026-04-26T02:58:35.459" v="1266" actId="20577"/>
          <ac:spMkLst>
            <pc:docMk/>
            <pc:sldMk cId="858456234" sldId="259"/>
            <ac:spMk id="2" creationId="{A6E208C5-DE47-5665-58DB-B0DB8FED480D}"/>
          </ac:spMkLst>
        </pc:spChg>
        <pc:spChg chg="mod">
          <ac:chgData name="Derek Vuong" userId="3b31650fba4d300b" providerId="LiveId" clId="{83A625F3-04F4-46E0-BA42-755C838868C2}" dt="2026-04-26T03:04:08.051" v="1578" actId="20577"/>
          <ac:spMkLst>
            <pc:docMk/>
            <pc:sldMk cId="858456234" sldId="259"/>
            <ac:spMk id="3" creationId="{81902706-C4E6-32F2-F749-6B8E32740A1E}"/>
          </ac:spMkLst>
        </pc:spChg>
      </pc:sldChg>
      <pc:sldChg chg="modSp add del mod">
        <pc:chgData name="Derek Vuong" userId="3b31650fba4d300b" providerId="LiveId" clId="{83A625F3-04F4-46E0-BA42-755C838868C2}" dt="2026-04-26T02:57:40.799" v="1217" actId="2696"/>
        <pc:sldMkLst>
          <pc:docMk/>
          <pc:sldMk cId="1997266669" sldId="259"/>
        </pc:sldMkLst>
        <pc:spChg chg="mod">
          <ac:chgData name="Derek Vuong" userId="3b31650fba4d300b" providerId="LiveId" clId="{83A625F3-04F4-46E0-BA42-755C838868C2}" dt="2026-04-26T02:52:21.462" v="818" actId="20577"/>
          <ac:spMkLst>
            <pc:docMk/>
            <pc:sldMk cId="1997266669" sldId="259"/>
            <ac:spMk id="3" creationId="{0D4403CF-169C-069E-2B38-1A81C4834C64}"/>
          </ac:spMkLst>
        </pc:spChg>
      </pc:sldChg>
      <pc:sldChg chg="modSp new mod">
        <pc:chgData name="Derek Vuong" userId="3b31650fba4d300b" providerId="LiveId" clId="{83A625F3-04F4-46E0-BA42-755C838868C2}" dt="2026-04-26T03:06:08.248" v="1894" actId="313"/>
        <pc:sldMkLst>
          <pc:docMk/>
          <pc:sldMk cId="3804206449" sldId="260"/>
        </pc:sldMkLst>
        <pc:spChg chg="mod">
          <ac:chgData name="Derek Vuong" userId="3b31650fba4d300b" providerId="LiveId" clId="{83A625F3-04F4-46E0-BA42-755C838868C2}" dt="2026-04-26T03:04:21.787" v="1604" actId="20577"/>
          <ac:spMkLst>
            <pc:docMk/>
            <pc:sldMk cId="3804206449" sldId="260"/>
            <ac:spMk id="2" creationId="{A006FEDE-EED0-29FC-5488-AAC41E1608B0}"/>
          </ac:spMkLst>
        </pc:spChg>
        <pc:spChg chg="mod">
          <ac:chgData name="Derek Vuong" userId="3b31650fba4d300b" providerId="LiveId" clId="{83A625F3-04F4-46E0-BA42-755C838868C2}" dt="2026-04-26T03:06:08.248" v="1894" actId="313"/>
          <ac:spMkLst>
            <pc:docMk/>
            <pc:sldMk cId="3804206449" sldId="260"/>
            <ac:spMk id="3" creationId="{469C39EE-1054-057D-F468-0D51916B6E5C}"/>
          </ac:spMkLst>
        </pc:spChg>
      </pc:sldChg>
      <pc:sldChg chg="modSp new mod">
        <pc:chgData name="Derek Vuong" userId="3b31650fba4d300b" providerId="LiveId" clId="{83A625F3-04F4-46E0-BA42-755C838868C2}" dt="2026-04-26T03:06:28.915" v="1935" actId="20577"/>
        <pc:sldMkLst>
          <pc:docMk/>
          <pc:sldMk cId="307977815" sldId="261"/>
        </pc:sldMkLst>
        <pc:spChg chg="mod">
          <ac:chgData name="Derek Vuong" userId="3b31650fba4d300b" providerId="LiveId" clId="{83A625F3-04F4-46E0-BA42-755C838868C2}" dt="2026-04-26T03:06:28.915" v="1935" actId="20577"/>
          <ac:spMkLst>
            <pc:docMk/>
            <pc:sldMk cId="307977815" sldId="261"/>
            <ac:spMk id="2" creationId="{D3AAAF5C-D62C-EBC4-2D9B-1E70896132FC}"/>
          </ac:spMkLst>
        </pc:spChg>
      </pc:sldChg>
      <pc:sldChg chg="modSp new mod">
        <pc:chgData name="Derek Vuong" userId="3b31650fba4d300b" providerId="LiveId" clId="{83A625F3-04F4-46E0-BA42-755C838868C2}" dt="2026-04-26T03:06:33.780" v="1939" actId="20577"/>
        <pc:sldMkLst>
          <pc:docMk/>
          <pc:sldMk cId="1363206717" sldId="262"/>
        </pc:sldMkLst>
        <pc:spChg chg="mod">
          <ac:chgData name="Derek Vuong" userId="3b31650fba4d300b" providerId="LiveId" clId="{83A625F3-04F4-46E0-BA42-755C838868C2}" dt="2026-04-26T03:06:33.780" v="1939" actId="20577"/>
          <ac:spMkLst>
            <pc:docMk/>
            <pc:sldMk cId="1363206717" sldId="262"/>
            <ac:spMk id="2" creationId="{41B05E36-A030-326F-C510-35C0FA1B98D5}"/>
          </ac:spMkLst>
        </pc:spChg>
      </pc:sldChg>
      <pc:sldChg chg="new">
        <pc:chgData name="Derek Vuong" userId="3b31650fba4d300b" providerId="LiveId" clId="{83A625F3-04F4-46E0-BA42-755C838868C2}" dt="2026-04-26T02:57:53.240" v="1222" actId="680"/>
        <pc:sldMkLst>
          <pc:docMk/>
          <pc:sldMk cId="3444815389" sldId="263"/>
        </pc:sldMkLst>
      </pc:sldChg>
      <pc:sldChg chg="new">
        <pc:chgData name="Derek Vuong" userId="3b31650fba4d300b" providerId="LiveId" clId="{83A625F3-04F4-46E0-BA42-755C838868C2}" dt="2026-04-26T02:57:54.203" v="1223" actId="680"/>
        <pc:sldMkLst>
          <pc:docMk/>
          <pc:sldMk cId="2605214613" sldId="264"/>
        </pc:sldMkLst>
      </pc:sldChg>
      <pc:sldChg chg="new">
        <pc:chgData name="Derek Vuong" userId="3b31650fba4d300b" providerId="LiveId" clId="{83A625F3-04F4-46E0-BA42-755C838868C2}" dt="2026-04-26T02:57:55.244" v="1224" actId="680"/>
        <pc:sldMkLst>
          <pc:docMk/>
          <pc:sldMk cId="1726854615" sldId="26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FA0D83-D6FB-4C72-B232-F980A275D66D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038785-C8A1-4FE7-9CE5-F6495AD88A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3881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38785-C8A1-4FE7-9CE5-F6495AD88AA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9324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4326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105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7741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163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4/25/2026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40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4/25/2026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300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4/25/2026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02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984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358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8840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502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9039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2" r:id="rId6"/>
    <p:sldLayoutId id="2147483688" r:id="rId7"/>
    <p:sldLayoutId id="2147483689" r:id="rId8"/>
    <p:sldLayoutId id="2147483690" r:id="rId9"/>
    <p:sldLayoutId id="2147483691" r:id="rId10"/>
    <p:sldLayoutId id="2147483693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9BDEC8-D04C-3A01-EB4D-3F07C42058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871758"/>
            <a:ext cx="5227171" cy="3871143"/>
          </a:xfrm>
        </p:spPr>
        <p:txBody>
          <a:bodyPr>
            <a:normAutofit fontScale="90000"/>
          </a:bodyPr>
          <a:lstStyle/>
          <a:p>
            <a:r>
              <a:rPr lang="en-US" dirty="0"/>
              <a:t>Forecasting Finances - Deep Learning for Volatility Forecasting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BBB438-8CD3-AD76-3DA4-791A181A61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1688" y="4785543"/>
            <a:ext cx="4857857" cy="1005657"/>
          </a:xfrm>
        </p:spPr>
        <p:txBody>
          <a:bodyPr>
            <a:normAutofit/>
          </a:bodyPr>
          <a:lstStyle/>
          <a:p>
            <a:r>
              <a:rPr lang="en-US" dirty="0"/>
              <a:t>By: David, Landin, Nathan, Erfan, and Derek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49149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CC41EB-2D81-4303-9171-6401B388B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49149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E91B208-96FC-4E5F-0B90-B3EF17D60D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501" r="3722"/>
          <a:stretch>
            <a:fillRect/>
          </a:stretch>
        </p:blipFill>
        <p:spPr>
          <a:xfrm>
            <a:off x="6515100" y="10"/>
            <a:ext cx="567690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955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675CC-14D9-1D4A-ECBD-8501CAF6F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E117D-91C3-529F-AFB7-E71ED82B8A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Our Project</a:t>
            </a:r>
            <a:endParaRPr lang="en-US" dirty="0"/>
          </a:p>
          <a:p>
            <a:pPr lvl="1"/>
            <a:r>
              <a:rPr lang="en-US" dirty="0"/>
              <a:t>Use deep learning (LSTM) to forecast future realized volatility of U.S. equities </a:t>
            </a:r>
          </a:p>
          <a:p>
            <a:pPr lvl="1"/>
            <a:r>
              <a:rPr lang="en-US" dirty="0"/>
              <a:t>Evaluate whether it outperforms simple baseline models</a:t>
            </a:r>
          </a:p>
          <a:p>
            <a:r>
              <a:rPr lang="en-US" b="1" dirty="0"/>
              <a:t>Our Motivation</a:t>
            </a:r>
            <a:endParaRPr lang="en-US" dirty="0"/>
          </a:p>
          <a:p>
            <a:pPr lvl="1"/>
            <a:r>
              <a:rPr lang="en-US" dirty="0"/>
              <a:t>Volatility is a core input for risk management and options pricing</a:t>
            </a:r>
          </a:p>
          <a:p>
            <a:pPr lvl="1"/>
            <a:r>
              <a:rPr lang="en-US" dirty="0"/>
              <a:t>We want to make better forecasts so we can make better decisions</a:t>
            </a:r>
          </a:p>
          <a:p>
            <a:r>
              <a:rPr lang="en-US" b="1" dirty="0"/>
              <a:t>Our Challenge</a:t>
            </a:r>
          </a:p>
          <a:p>
            <a:pPr lvl="1"/>
            <a:r>
              <a:rPr lang="en-US" dirty="0"/>
              <a:t>Financial Data is noisy and difficult to model</a:t>
            </a:r>
          </a:p>
          <a:p>
            <a:pPr lvl="1"/>
            <a:r>
              <a:rPr lang="en-US" dirty="0"/>
              <a:t>Our goal is to extract meaningful patterns and make it more predictable</a:t>
            </a:r>
          </a:p>
          <a:p>
            <a:pPr lvl="1"/>
            <a:r>
              <a:rPr lang="en-US" dirty="0"/>
              <a:t>Can deep learning improve volatility forecasts?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16587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B36DD-829F-6E81-53ED-07B40B5E8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Features/Contributions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77C963-8222-7A46-21B3-B15931527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Unified Data Pipeline</a:t>
            </a:r>
          </a:p>
          <a:p>
            <a:pPr lvl="1"/>
            <a:r>
              <a:rPr lang="en-US" dirty="0"/>
              <a:t>Aligns minute-level equity data, FRED macro series, and a forward shifted volatility target</a:t>
            </a:r>
          </a:p>
          <a:p>
            <a:r>
              <a:rPr lang="en-US" dirty="0"/>
              <a:t>Per-Ticker LSTM</a:t>
            </a:r>
          </a:p>
          <a:p>
            <a:pPr lvl="1"/>
            <a:r>
              <a:rPr lang="en-US" dirty="0"/>
              <a:t>User to predict the next 3 weeks of volatility</a:t>
            </a:r>
          </a:p>
          <a:p>
            <a:r>
              <a:rPr lang="en-US" dirty="0"/>
              <a:t>Model evaluation</a:t>
            </a:r>
          </a:p>
          <a:p>
            <a:pPr lvl="1"/>
            <a:r>
              <a:rPr lang="en-US" dirty="0"/>
              <a:t>Will be valuated against</a:t>
            </a:r>
          </a:p>
          <a:p>
            <a:pPr lvl="2"/>
            <a:r>
              <a:rPr lang="en-US" dirty="0"/>
              <a:t>Naïve Persistence</a:t>
            </a:r>
          </a:p>
          <a:p>
            <a:pPr lvl="2"/>
            <a:r>
              <a:rPr lang="en-US" dirty="0"/>
              <a:t>Rolling Historical Mean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9437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208C5-DE47-5665-58DB-B0DB8FED4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902706-C4E6-32F2-F749-6B8E32740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Volatility?</a:t>
            </a:r>
          </a:p>
          <a:p>
            <a:pPr lvl="1"/>
            <a:r>
              <a:rPr lang="en-US" dirty="0"/>
              <a:t>Most measured as the standard deviations of returns over a rolling window</a:t>
            </a:r>
          </a:p>
          <a:p>
            <a:pPr lvl="1"/>
            <a:r>
              <a:rPr lang="en-US" dirty="0"/>
              <a:t>Realized volatility is annualized by multiplying the square root of the numbers of periods for years</a:t>
            </a:r>
          </a:p>
          <a:p>
            <a:pPr lvl="1"/>
            <a:r>
              <a:rPr lang="en-US" dirty="0"/>
              <a:t>For modeling purposes, we will simplify 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84562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6FEDE-EED0-29FC-5488-AAC41E160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GARCh</a:t>
            </a:r>
            <a:r>
              <a:rPr lang="en-US" dirty="0"/>
              <a:t> and other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9C39EE-1054-057D-F468-0D51916B6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GARCH Model</a:t>
            </a:r>
          </a:p>
          <a:p>
            <a:pPr lvl="1"/>
            <a:r>
              <a:rPr lang="en-US" dirty="0"/>
              <a:t>Specifies conditional variance is a parametric function of past squared returns and variances</a:t>
            </a:r>
          </a:p>
          <a:p>
            <a:pPr lvl="1"/>
            <a:r>
              <a:rPr lang="en-US" dirty="0"/>
              <a:t>Captures volatility clustering well but requires strong assumptions and does not incorporate external indicators</a:t>
            </a:r>
          </a:p>
        </p:txBody>
      </p:sp>
    </p:spTree>
    <p:extLst>
      <p:ext uri="{BB962C8B-B14F-4D97-AF65-F5344CB8AC3E}">
        <p14:creationId xmlns:p14="http://schemas.microsoft.com/office/powerpoint/2010/main" val="3804206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AAF5C-D62C-EBC4-2D9B-1E7089613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Deep Learning For Financial Time Series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9126AC-22A5-C1BF-5CDE-906E4E07B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7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05E36-A030-326F-C510-35C0FA1B9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C0199-0911-63AB-0A17-9406B70EE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2067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C757D-340D-4D8B-8329-9BB46ECA0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E16119-D1D4-EB4D-7073-6E3A4A401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8153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CFDE-B72E-0728-0F77-FE51FE375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46525E-FD5C-3332-AF3E-015B12E9D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214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028D3-D054-9208-9120-062A61D6B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BDE35-8760-B625-FBD4-72A48F6FFA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85461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227</Words>
  <Application>Microsoft Office PowerPoint</Application>
  <PresentationFormat>Widescreen</PresentationFormat>
  <Paragraphs>34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Calisto MT</vt:lpstr>
      <vt:lpstr>Univers Condensed</vt:lpstr>
      <vt:lpstr>ChronicleVTI</vt:lpstr>
      <vt:lpstr>Forecasting Finances - Deep Learning for Volatility Forecasting</vt:lpstr>
      <vt:lpstr>Introduction</vt:lpstr>
      <vt:lpstr>Key Features/Contributions</vt:lpstr>
      <vt:lpstr>background</vt:lpstr>
      <vt:lpstr>GARCh and other models</vt:lpstr>
      <vt:lpstr>Deep Learning For Financial Time Series</vt:lpstr>
      <vt:lpstr>data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Derek Vuong</dc:creator>
  <cp:lastModifiedBy>Derek Vuong</cp:lastModifiedBy>
  <cp:revision>1</cp:revision>
  <dcterms:created xsi:type="dcterms:W3CDTF">2026-04-26T02:34:02Z</dcterms:created>
  <dcterms:modified xsi:type="dcterms:W3CDTF">2026-04-26T03:06:46Z</dcterms:modified>
</cp:coreProperties>
</file>