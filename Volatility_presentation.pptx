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2FA88-B531-40F5-B541-276305DFB306}" v="25" dt="2026-04-26T21:57:40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0" d="100"/>
          <a:sy n="50" d="100"/>
        </p:scale>
        <p:origin x="4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ek Vuong" userId="3b31650fba4d300b" providerId="LiveId" clId="{83A625F3-04F4-46E0-BA42-755C838868C2}"/>
    <pc:docChg chg="undo custSel addSld delSld modSld">
      <pc:chgData name="Derek Vuong" userId="3b31650fba4d300b" providerId="LiveId" clId="{83A625F3-04F4-46E0-BA42-755C838868C2}" dt="2026-04-26T21:58:16.071" v="3077" actId="20577"/>
      <pc:docMkLst>
        <pc:docMk/>
      </pc:docMkLst>
      <pc:sldChg chg="modSp mod">
        <pc:chgData name="Derek Vuong" userId="3b31650fba4d300b" providerId="LiveId" clId="{83A625F3-04F4-46E0-BA42-755C838868C2}" dt="2026-04-26T02:36:41.490" v="38" actId="27636"/>
        <pc:sldMkLst>
          <pc:docMk/>
          <pc:sldMk cId="235295514" sldId="256"/>
        </pc:sldMkLst>
        <pc:spChg chg="mod">
          <ac:chgData name="Derek Vuong" userId="3b31650fba4d300b" providerId="LiveId" clId="{83A625F3-04F4-46E0-BA42-755C838868C2}" dt="2026-04-26T02:36:41.490" v="38" actId="27636"/>
          <ac:spMkLst>
            <pc:docMk/>
            <pc:sldMk cId="235295514" sldId="256"/>
            <ac:spMk id="2" creationId="{749BDEC8-D04C-3A01-EB4D-3F07C42058EC}"/>
          </ac:spMkLst>
        </pc:spChg>
      </pc:sldChg>
      <pc:sldChg chg="modSp mod modNotesTx">
        <pc:chgData name="Derek Vuong" userId="3b31650fba4d300b" providerId="LiveId" clId="{83A625F3-04F4-46E0-BA42-755C838868C2}" dt="2026-04-26T02:57:33.107" v="1216" actId="27636"/>
        <pc:sldMkLst>
          <pc:docMk/>
          <pc:sldMk cId="1221658709" sldId="257"/>
        </pc:sldMkLst>
        <pc:spChg chg="mod">
          <ac:chgData name="Derek Vuong" userId="3b31650fba4d300b" providerId="LiveId" clId="{83A625F3-04F4-46E0-BA42-755C838868C2}" dt="2026-04-26T02:37:16.674" v="41" actId="1076"/>
          <ac:spMkLst>
            <pc:docMk/>
            <pc:sldMk cId="1221658709" sldId="257"/>
            <ac:spMk id="2" creationId="{DF5675CC-14D9-1D4A-ECBD-8501CAF6FD55}"/>
          </ac:spMkLst>
        </pc:spChg>
        <pc:spChg chg="mod">
          <ac:chgData name="Derek Vuong" userId="3b31650fba4d300b" providerId="LiveId" clId="{83A625F3-04F4-46E0-BA42-755C838868C2}" dt="2026-04-26T02:57:33.107" v="1216" actId="27636"/>
          <ac:spMkLst>
            <pc:docMk/>
            <pc:sldMk cId="1221658709" sldId="257"/>
            <ac:spMk id="3" creationId="{D4CE117D-91C3-529F-AFB7-E71ED82B8ABF}"/>
          </ac:spMkLst>
        </pc:spChg>
      </pc:sldChg>
      <pc:sldChg chg="modSp new mod">
        <pc:chgData name="Derek Vuong" userId="3b31650fba4d300b" providerId="LiveId" clId="{83A625F3-04F4-46E0-BA42-755C838868C2}" dt="2026-04-26T02:56:50.108" v="1200" actId="20577"/>
        <pc:sldMkLst>
          <pc:docMk/>
          <pc:sldMk cId="3009437746" sldId="258"/>
        </pc:sldMkLst>
        <pc:spChg chg="mod">
          <ac:chgData name="Derek Vuong" userId="3b31650fba4d300b" providerId="LiveId" clId="{83A625F3-04F4-46E0-BA42-755C838868C2}" dt="2026-04-26T02:54:02.958" v="844" actId="20577"/>
          <ac:spMkLst>
            <pc:docMk/>
            <pc:sldMk cId="3009437746" sldId="258"/>
            <ac:spMk id="2" creationId="{E24B36DD-829F-6E81-53ED-07B40B5E8568}"/>
          </ac:spMkLst>
        </pc:spChg>
        <pc:spChg chg="mod">
          <ac:chgData name="Derek Vuong" userId="3b31650fba4d300b" providerId="LiveId" clId="{83A625F3-04F4-46E0-BA42-755C838868C2}" dt="2026-04-26T02:56:50.108" v="1200" actId="20577"/>
          <ac:spMkLst>
            <pc:docMk/>
            <pc:sldMk cId="3009437746" sldId="258"/>
            <ac:spMk id="3" creationId="{0977C963-8222-7A46-21B3-B1593152772C}"/>
          </ac:spMkLst>
        </pc:spChg>
      </pc:sldChg>
      <pc:sldChg chg="modSp new mod">
        <pc:chgData name="Derek Vuong" userId="3b31650fba4d300b" providerId="LiveId" clId="{83A625F3-04F4-46E0-BA42-755C838868C2}" dt="2026-04-26T03:04:08.051" v="1578" actId="20577"/>
        <pc:sldMkLst>
          <pc:docMk/>
          <pc:sldMk cId="858456234" sldId="259"/>
        </pc:sldMkLst>
        <pc:spChg chg="mod">
          <ac:chgData name="Derek Vuong" userId="3b31650fba4d300b" providerId="LiveId" clId="{83A625F3-04F4-46E0-BA42-755C838868C2}" dt="2026-04-26T02:58:35.459" v="1266" actId="20577"/>
          <ac:spMkLst>
            <pc:docMk/>
            <pc:sldMk cId="858456234" sldId="259"/>
            <ac:spMk id="2" creationId="{A6E208C5-DE47-5665-58DB-B0DB8FED480D}"/>
          </ac:spMkLst>
        </pc:spChg>
        <pc:spChg chg="mod">
          <ac:chgData name="Derek Vuong" userId="3b31650fba4d300b" providerId="LiveId" clId="{83A625F3-04F4-46E0-BA42-755C838868C2}" dt="2026-04-26T03:04:08.051" v="1578" actId="20577"/>
          <ac:spMkLst>
            <pc:docMk/>
            <pc:sldMk cId="858456234" sldId="259"/>
            <ac:spMk id="3" creationId="{81902706-C4E6-32F2-F749-6B8E32740A1E}"/>
          </ac:spMkLst>
        </pc:spChg>
      </pc:sldChg>
      <pc:sldChg chg="modSp add del mod">
        <pc:chgData name="Derek Vuong" userId="3b31650fba4d300b" providerId="LiveId" clId="{83A625F3-04F4-46E0-BA42-755C838868C2}" dt="2026-04-26T02:57:40.799" v="1217" actId="2696"/>
        <pc:sldMkLst>
          <pc:docMk/>
          <pc:sldMk cId="1997266669" sldId="259"/>
        </pc:sldMkLst>
        <pc:spChg chg="mod">
          <ac:chgData name="Derek Vuong" userId="3b31650fba4d300b" providerId="LiveId" clId="{83A625F3-04F4-46E0-BA42-755C838868C2}" dt="2026-04-26T02:52:21.462" v="818" actId="20577"/>
          <ac:spMkLst>
            <pc:docMk/>
            <pc:sldMk cId="1997266669" sldId="259"/>
            <ac:spMk id="3" creationId="{0D4403CF-169C-069E-2B38-1A81C4834C64}"/>
          </ac:spMkLst>
        </pc:spChg>
      </pc:sldChg>
      <pc:sldChg chg="modSp new mod">
        <pc:chgData name="Derek Vuong" userId="3b31650fba4d300b" providerId="LiveId" clId="{83A625F3-04F4-46E0-BA42-755C838868C2}" dt="2026-04-26T03:06:08.248" v="1894" actId="313"/>
        <pc:sldMkLst>
          <pc:docMk/>
          <pc:sldMk cId="3804206449" sldId="260"/>
        </pc:sldMkLst>
        <pc:spChg chg="mod">
          <ac:chgData name="Derek Vuong" userId="3b31650fba4d300b" providerId="LiveId" clId="{83A625F3-04F4-46E0-BA42-755C838868C2}" dt="2026-04-26T03:04:21.787" v="1604" actId="20577"/>
          <ac:spMkLst>
            <pc:docMk/>
            <pc:sldMk cId="3804206449" sldId="260"/>
            <ac:spMk id="2" creationId="{A006FEDE-EED0-29FC-5488-AAC41E1608B0}"/>
          </ac:spMkLst>
        </pc:spChg>
        <pc:spChg chg="mod">
          <ac:chgData name="Derek Vuong" userId="3b31650fba4d300b" providerId="LiveId" clId="{83A625F3-04F4-46E0-BA42-755C838868C2}" dt="2026-04-26T03:06:08.248" v="1894" actId="313"/>
          <ac:spMkLst>
            <pc:docMk/>
            <pc:sldMk cId="3804206449" sldId="260"/>
            <ac:spMk id="3" creationId="{469C39EE-1054-057D-F468-0D51916B6E5C}"/>
          </ac:spMkLst>
        </pc:spChg>
      </pc:sldChg>
      <pc:sldChg chg="modSp new mod">
        <pc:chgData name="Derek Vuong" userId="3b31650fba4d300b" providerId="LiveId" clId="{83A625F3-04F4-46E0-BA42-755C838868C2}" dt="2026-04-26T03:06:28.915" v="1935" actId="20577"/>
        <pc:sldMkLst>
          <pc:docMk/>
          <pc:sldMk cId="307977815" sldId="261"/>
        </pc:sldMkLst>
        <pc:spChg chg="mod">
          <ac:chgData name="Derek Vuong" userId="3b31650fba4d300b" providerId="LiveId" clId="{83A625F3-04F4-46E0-BA42-755C838868C2}" dt="2026-04-26T03:06:28.915" v="1935" actId="20577"/>
          <ac:spMkLst>
            <pc:docMk/>
            <pc:sldMk cId="307977815" sldId="261"/>
            <ac:spMk id="2" creationId="{D3AAAF5C-D62C-EBC4-2D9B-1E70896132FC}"/>
          </ac:spMkLst>
        </pc:spChg>
      </pc:sldChg>
      <pc:sldChg chg="modSp new mod">
        <pc:chgData name="Derek Vuong" userId="3b31650fba4d300b" providerId="LiveId" clId="{83A625F3-04F4-46E0-BA42-755C838868C2}" dt="2026-04-26T21:49:07.504" v="2172" actId="20577"/>
        <pc:sldMkLst>
          <pc:docMk/>
          <pc:sldMk cId="1363206717" sldId="262"/>
        </pc:sldMkLst>
        <pc:spChg chg="mod">
          <ac:chgData name="Derek Vuong" userId="3b31650fba4d300b" providerId="LiveId" clId="{83A625F3-04F4-46E0-BA42-755C838868C2}" dt="2026-04-26T03:06:33.780" v="1939" actId="20577"/>
          <ac:spMkLst>
            <pc:docMk/>
            <pc:sldMk cId="1363206717" sldId="262"/>
            <ac:spMk id="2" creationId="{41B05E36-A030-326F-C510-35C0FA1B98D5}"/>
          </ac:spMkLst>
        </pc:spChg>
        <pc:spChg chg="mod">
          <ac:chgData name="Derek Vuong" userId="3b31650fba4d300b" providerId="LiveId" clId="{83A625F3-04F4-46E0-BA42-755C838868C2}" dt="2026-04-26T21:49:07.504" v="2172" actId="20577"/>
          <ac:spMkLst>
            <pc:docMk/>
            <pc:sldMk cId="1363206717" sldId="262"/>
            <ac:spMk id="3" creationId="{35DC0199-0911-63AB-0A17-9406B70EED3C}"/>
          </ac:spMkLst>
        </pc:spChg>
      </pc:sldChg>
      <pc:sldChg chg="modSp new mod">
        <pc:chgData name="Derek Vuong" userId="3b31650fba4d300b" providerId="LiveId" clId="{83A625F3-04F4-46E0-BA42-755C838868C2}" dt="2026-04-26T21:51:13.883" v="2178" actId="15"/>
        <pc:sldMkLst>
          <pc:docMk/>
          <pc:sldMk cId="3444815389" sldId="263"/>
        </pc:sldMkLst>
        <pc:spChg chg="mod">
          <ac:chgData name="Derek Vuong" userId="3b31650fba4d300b" providerId="LiveId" clId="{83A625F3-04F4-46E0-BA42-755C838868C2}" dt="2026-04-26T21:50:55.952" v="2173"/>
          <ac:spMkLst>
            <pc:docMk/>
            <pc:sldMk cId="3444815389" sldId="263"/>
            <ac:spMk id="2" creationId="{51AC757D-340D-4D8B-8329-9BB46ECA0AB8}"/>
          </ac:spMkLst>
        </pc:spChg>
        <pc:spChg chg="mod">
          <ac:chgData name="Derek Vuong" userId="3b31650fba4d300b" providerId="LiveId" clId="{83A625F3-04F4-46E0-BA42-755C838868C2}" dt="2026-04-26T21:51:13.883" v="2178" actId="15"/>
          <ac:spMkLst>
            <pc:docMk/>
            <pc:sldMk cId="3444815389" sldId="263"/>
            <ac:spMk id="3" creationId="{7CE16119-D1D4-EB4D-7073-6E3A4A401F43}"/>
          </ac:spMkLst>
        </pc:spChg>
      </pc:sldChg>
      <pc:sldChg chg="modSp new mod">
        <pc:chgData name="Derek Vuong" userId="3b31650fba4d300b" providerId="LiveId" clId="{83A625F3-04F4-46E0-BA42-755C838868C2}" dt="2026-04-26T21:52:31.909" v="2197" actId="15"/>
        <pc:sldMkLst>
          <pc:docMk/>
          <pc:sldMk cId="2605214613" sldId="264"/>
        </pc:sldMkLst>
        <pc:spChg chg="mod">
          <ac:chgData name="Derek Vuong" userId="3b31650fba4d300b" providerId="LiveId" clId="{83A625F3-04F4-46E0-BA42-755C838868C2}" dt="2026-04-26T21:52:21.394" v="2191" actId="20577"/>
          <ac:spMkLst>
            <pc:docMk/>
            <pc:sldMk cId="2605214613" sldId="264"/>
            <ac:spMk id="2" creationId="{C9E6CFDE-B72E-0728-0F77-FE51FE37566D}"/>
          </ac:spMkLst>
        </pc:spChg>
        <pc:spChg chg="mod">
          <ac:chgData name="Derek Vuong" userId="3b31650fba4d300b" providerId="LiveId" clId="{83A625F3-04F4-46E0-BA42-755C838868C2}" dt="2026-04-26T21:52:31.909" v="2197" actId="15"/>
          <ac:spMkLst>
            <pc:docMk/>
            <pc:sldMk cId="2605214613" sldId="264"/>
            <ac:spMk id="3" creationId="{2246525E-FD5C-3332-AF3E-015B12E9D1BE}"/>
          </ac:spMkLst>
        </pc:spChg>
      </pc:sldChg>
      <pc:sldChg chg="modSp new mod">
        <pc:chgData name="Derek Vuong" userId="3b31650fba4d300b" providerId="LiveId" clId="{83A625F3-04F4-46E0-BA42-755C838868C2}" dt="2026-04-26T21:53:47.521" v="2446" actId="20577"/>
        <pc:sldMkLst>
          <pc:docMk/>
          <pc:sldMk cId="1726854615" sldId="265"/>
        </pc:sldMkLst>
        <pc:spChg chg="mod">
          <ac:chgData name="Derek Vuong" userId="3b31650fba4d300b" providerId="LiveId" clId="{83A625F3-04F4-46E0-BA42-755C838868C2}" dt="2026-04-26T21:52:48.461" v="2215" actId="20577"/>
          <ac:spMkLst>
            <pc:docMk/>
            <pc:sldMk cId="1726854615" sldId="265"/>
            <ac:spMk id="2" creationId="{969028D3-D054-9208-9120-062A61D6BB7F}"/>
          </ac:spMkLst>
        </pc:spChg>
        <pc:spChg chg="mod">
          <ac:chgData name="Derek Vuong" userId="3b31650fba4d300b" providerId="LiveId" clId="{83A625F3-04F4-46E0-BA42-755C838868C2}" dt="2026-04-26T21:53:47.521" v="2446" actId="20577"/>
          <ac:spMkLst>
            <pc:docMk/>
            <pc:sldMk cId="1726854615" sldId="265"/>
            <ac:spMk id="3" creationId="{F05BDE35-8760-B625-FBD4-72A48F6FFAC8}"/>
          </ac:spMkLst>
        </pc:spChg>
      </pc:sldChg>
      <pc:sldChg chg="modSp new mod">
        <pc:chgData name="Derek Vuong" userId="3b31650fba4d300b" providerId="LiveId" clId="{83A625F3-04F4-46E0-BA42-755C838868C2}" dt="2026-04-26T21:56:03.150" v="2860" actId="20577"/>
        <pc:sldMkLst>
          <pc:docMk/>
          <pc:sldMk cId="1192661383" sldId="266"/>
        </pc:sldMkLst>
        <pc:spChg chg="mod">
          <ac:chgData name="Derek Vuong" userId="3b31650fba4d300b" providerId="LiveId" clId="{83A625F3-04F4-46E0-BA42-755C838868C2}" dt="2026-04-26T21:53:57.075" v="2448"/>
          <ac:spMkLst>
            <pc:docMk/>
            <pc:sldMk cId="1192661383" sldId="266"/>
            <ac:spMk id="2" creationId="{89B574CC-8FF3-0371-333F-90E39BA9EA6A}"/>
          </ac:spMkLst>
        </pc:spChg>
        <pc:spChg chg="mod">
          <ac:chgData name="Derek Vuong" userId="3b31650fba4d300b" providerId="LiveId" clId="{83A625F3-04F4-46E0-BA42-755C838868C2}" dt="2026-04-26T21:56:03.150" v="2860" actId="20577"/>
          <ac:spMkLst>
            <pc:docMk/>
            <pc:sldMk cId="1192661383" sldId="266"/>
            <ac:spMk id="3" creationId="{774F4792-5C8B-E815-00A4-88CE12BA741C}"/>
          </ac:spMkLst>
        </pc:spChg>
      </pc:sldChg>
      <pc:sldChg chg="modSp new mod">
        <pc:chgData name="Derek Vuong" userId="3b31650fba4d300b" providerId="LiveId" clId="{83A625F3-04F4-46E0-BA42-755C838868C2}" dt="2026-04-26T21:57:44.570" v="3020" actId="15"/>
        <pc:sldMkLst>
          <pc:docMk/>
          <pc:sldMk cId="4268203966" sldId="267"/>
        </pc:sldMkLst>
        <pc:spChg chg="mod">
          <ac:chgData name="Derek Vuong" userId="3b31650fba4d300b" providerId="LiveId" clId="{83A625F3-04F4-46E0-BA42-755C838868C2}" dt="2026-04-26T21:56:33.116" v="2889" actId="20577"/>
          <ac:spMkLst>
            <pc:docMk/>
            <pc:sldMk cId="4268203966" sldId="267"/>
            <ac:spMk id="2" creationId="{733195CB-8E3A-2831-40C5-8ECB0D3C5A21}"/>
          </ac:spMkLst>
        </pc:spChg>
        <pc:spChg chg="mod">
          <ac:chgData name="Derek Vuong" userId="3b31650fba4d300b" providerId="LiveId" clId="{83A625F3-04F4-46E0-BA42-755C838868C2}" dt="2026-04-26T21:57:44.570" v="3020" actId="15"/>
          <ac:spMkLst>
            <pc:docMk/>
            <pc:sldMk cId="4268203966" sldId="267"/>
            <ac:spMk id="3" creationId="{6D120F0F-68F4-E514-3998-135598E0CC88}"/>
          </ac:spMkLst>
        </pc:spChg>
      </pc:sldChg>
      <pc:sldChg chg="modSp new mod">
        <pc:chgData name="Derek Vuong" userId="3b31650fba4d300b" providerId="LiveId" clId="{83A625F3-04F4-46E0-BA42-755C838868C2}" dt="2026-04-26T21:57:54.467" v="3029" actId="20577"/>
        <pc:sldMkLst>
          <pc:docMk/>
          <pc:sldMk cId="548803719" sldId="268"/>
        </pc:sldMkLst>
        <pc:spChg chg="mod">
          <ac:chgData name="Derek Vuong" userId="3b31650fba4d300b" providerId="LiveId" clId="{83A625F3-04F4-46E0-BA42-755C838868C2}" dt="2026-04-26T21:57:54.467" v="3029" actId="20577"/>
          <ac:spMkLst>
            <pc:docMk/>
            <pc:sldMk cId="548803719" sldId="268"/>
            <ac:spMk id="2" creationId="{48F77DC0-ECF6-CA01-D783-6AA465CFAF61}"/>
          </ac:spMkLst>
        </pc:spChg>
      </pc:sldChg>
      <pc:sldChg chg="modSp new mod">
        <pc:chgData name="Derek Vuong" userId="3b31650fba4d300b" providerId="LiveId" clId="{83A625F3-04F4-46E0-BA42-755C838868C2}" dt="2026-04-26T21:57:58.475" v="3041" actId="20577"/>
        <pc:sldMkLst>
          <pc:docMk/>
          <pc:sldMk cId="2334886154" sldId="269"/>
        </pc:sldMkLst>
        <pc:spChg chg="mod">
          <ac:chgData name="Derek Vuong" userId="3b31650fba4d300b" providerId="LiveId" clId="{83A625F3-04F4-46E0-BA42-755C838868C2}" dt="2026-04-26T21:57:58.475" v="3041" actId="20577"/>
          <ac:spMkLst>
            <pc:docMk/>
            <pc:sldMk cId="2334886154" sldId="269"/>
            <ac:spMk id="2" creationId="{09202B0E-BAA3-6B3F-CD74-58EE810F47CD}"/>
          </ac:spMkLst>
        </pc:spChg>
      </pc:sldChg>
      <pc:sldChg chg="modSp new mod">
        <pc:chgData name="Derek Vuong" userId="3b31650fba4d300b" providerId="LiveId" clId="{83A625F3-04F4-46E0-BA42-755C838868C2}" dt="2026-04-26T21:58:03.185" v="3053" actId="20577"/>
        <pc:sldMkLst>
          <pc:docMk/>
          <pc:sldMk cId="237841245" sldId="270"/>
        </pc:sldMkLst>
        <pc:spChg chg="mod">
          <ac:chgData name="Derek Vuong" userId="3b31650fba4d300b" providerId="LiveId" clId="{83A625F3-04F4-46E0-BA42-755C838868C2}" dt="2026-04-26T21:58:03.185" v="3053" actId="20577"/>
          <ac:spMkLst>
            <pc:docMk/>
            <pc:sldMk cId="237841245" sldId="270"/>
            <ac:spMk id="2" creationId="{113A5173-E5CE-2218-5F99-ACF546A21B86}"/>
          </ac:spMkLst>
        </pc:spChg>
      </pc:sldChg>
      <pc:sldChg chg="modSp new mod">
        <pc:chgData name="Derek Vuong" userId="3b31650fba4d300b" providerId="LiveId" clId="{83A625F3-04F4-46E0-BA42-755C838868C2}" dt="2026-04-26T21:58:10.907" v="3067" actId="20577"/>
        <pc:sldMkLst>
          <pc:docMk/>
          <pc:sldMk cId="1647431501" sldId="271"/>
        </pc:sldMkLst>
        <pc:spChg chg="mod">
          <ac:chgData name="Derek Vuong" userId="3b31650fba4d300b" providerId="LiveId" clId="{83A625F3-04F4-46E0-BA42-755C838868C2}" dt="2026-04-26T21:58:10.907" v="3067" actId="20577"/>
          <ac:spMkLst>
            <pc:docMk/>
            <pc:sldMk cId="1647431501" sldId="271"/>
            <ac:spMk id="2" creationId="{E5AD96D4-9098-39AD-3EB1-B1AB9CE16C14}"/>
          </ac:spMkLst>
        </pc:spChg>
      </pc:sldChg>
      <pc:sldChg chg="modSp new mod">
        <pc:chgData name="Derek Vuong" userId="3b31650fba4d300b" providerId="LiveId" clId="{83A625F3-04F4-46E0-BA42-755C838868C2}" dt="2026-04-26T21:58:16.071" v="3077" actId="20577"/>
        <pc:sldMkLst>
          <pc:docMk/>
          <pc:sldMk cId="415456190" sldId="272"/>
        </pc:sldMkLst>
        <pc:spChg chg="mod">
          <ac:chgData name="Derek Vuong" userId="3b31650fba4d300b" providerId="LiveId" clId="{83A625F3-04F4-46E0-BA42-755C838868C2}" dt="2026-04-26T21:58:16.071" v="3077" actId="20577"/>
          <ac:spMkLst>
            <pc:docMk/>
            <pc:sldMk cId="415456190" sldId="272"/>
            <ac:spMk id="2" creationId="{A9B6ED63-2587-F20C-C36B-0CB781BD6FDA}"/>
          </ac:spMkLst>
        </pc:spChg>
      </pc:sldChg>
      <pc:sldChg chg="new">
        <pc:chgData name="Derek Vuong" userId="3b31650fba4d300b" providerId="LiveId" clId="{83A625F3-04F4-46E0-BA42-755C838868C2}" dt="2026-04-26T21:56:17.658" v="2867" actId="680"/>
        <pc:sldMkLst>
          <pc:docMk/>
          <pc:sldMk cId="1498449009" sldId="273"/>
        </pc:sldMkLst>
      </pc:sldChg>
      <pc:sldChg chg="new">
        <pc:chgData name="Derek Vuong" userId="3b31650fba4d300b" providerId="LiveId" clId="{83A625F3-04F4-46E0-BA42-755C838868C2}" dt="2026-04-26T21:56:18.421" v="2868" actId="680"/>
        <pc:sldMkLst>
          <pc:docMk/>
          <pc:sldMk cId="4264211348" sldId="274"/>
        </pc:sldMkLst>
      </pc:sldChg>
      <pc:sldChg chg="new">
        <pc:chgData name="Derek Vuong" userId="3b31650fba4d300b" providerId="LiveId" clId="{83A625F3-04F4-46E0-BA42-755C838868C2}" dt="2026-04-26T21:56:19.165" v="2869" actId="680"/>
        <pc:sldMkLst>
          <pc:docMk/>
          <pc:sldMk cId="2305958554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A0D83-D6FB-4C72-B232-F980A275D66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38785-C8A1-4FE7-9CE5-F6495AD8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8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38785-C8A1-4FE7-9CE5-F6495AD88A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3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3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0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7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6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0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8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BDEC8-D04C-3A01-EB4D-3F07C4205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Forecasting Finances - Deep Learning for Volatility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BB438-8CD3-AD76-3DA4-791A181A6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By: David, Landin, Nathan, Erfan, and Derek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E91B208-96FC-4E5F-0B90-B3EF17D6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01" r="372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75CC-14D9-1D4A-ECBD-8501CAF6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E117D-91C3-529F-AFB7-E71ED82B8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Our Project</a:t>
            </a:r>
            <a:endParaRPr lang="en-US" dirty="0"/>
          </a:p>
          <a:p>
            <a:pPr lvl="1"/>
            <a:r>
              <a:rPr lang="en-US" dirty="0"/>
              <a:t>Use deep learning (LSTM) to forecast future realized volatility of U.S. equities </a:t>
            </a:r>
          </a:p>
          <a:p>
            <a:pPr lvl="1"/>
            <a:r>
              <a:rPr lang="en-US" dirty="0"/>
              <a:t>Evaluate whether it outperforms simple baseline models</a:t>
            </a:r>
          </a:p>
          <a:p>
            <a:r>
              <a:rPr lang="en-US" b="1" dirty="0"/>
              <a:t>Our Motivation</a:t>
            </a:r>
            <a:endParaRPr lang="en-US" dirty="0"/>
          </a:p>
          <a:p>
            <a:pPr lvl="1"/>
            <a:r>
              <a:rPr lang="en-US" dirty="0"/>
              <a:t>Volatility is a core input for risk management and options pricing</a:t>
            </a:r>
          </a:p>
          <a:p>
            <a:pPr lvl="1"/>
            <a:r>
              <a:rPr lang="en-US" dirty="0"/>
              <a:t>We want to make better forecasts so we can make better decisions</a:t>
            </a:r>
          </a:p>
          <a:p>
            <a:r>
              <a:rPr lang="en-US" b="1" dirty="0"/>
              <a:t>Our Challenge</a:t>
            </a:r>
          </a:p>
          <a:p>
            <a:pPr lvl="1"/>
            <a:r>
              <a:rPr lang="en-US" dirty="0"/>
              <a:t>Financial Data is noisy and difficult to model</a:t>
            </a:r>
          </a:p>
          <a:p>
            <a:pPr lvl="1"/>
            <a:r>
              <a:rPr lang="en-US" dirty="0"/>
              <a:t>Our goal is to extract meaningful patterns and make it more predictable</a:t>
            </a:r>
          </a:p>
          <a:p>
            <a:pPr lvl="1"/>
            <a:r>
              <a:rPr lang="en-US" dirty="0"/>
              <a:t>Can deep learning improve volatility forecasts?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65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36DD-829F-6E81-53ED-07B40B5E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Features/Contributions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C963-8222-7A46-21B3-B15931527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Unified Data Pipeline</a:t>
            </a:r>
          </a:p>
          <a:p>
            <a:pPr lvl="1"/>
            <a:r>
              <a:rPr lang="en-US" dirty="0"/>
              <a:t>Aligns minute-level equity data, FRED macro series, and a forward shifted volatility target</a:t>
            </a:r>
          </a:p>
          <a:p>
            <a:r>
              <a:rPr lang="en-US" dirty="0"/>
              <a:t>Per-Ticker LSTM</a:t>
            </a:r>
          </a:p>
          <a:p>
            <a:pPr lvl="1"/>
            <a:r>
              <a:rPr lang="en-US" dirty="0"/>
              <a:t>User to predict the next 3 weeks of volatility</a:t>
            </a:r>
          </a:p>
          <a:p>
            <a:r>
              <a:rPr lang="en-US" dirty="0"/>
              <a:t>Model evaluation</a:t>
            </a:r>
          </a:p>
          <a:p>
            <a:pPr lvl="1"/>
            <a:r>
              <a:rPr lang="en-US" dirty="0"/>
              <a:t>Will be valuated against</a:t>
            </a:r>
          </a:p>
          <a:p>
            <a:pPr lvl="2"/>
            <a:r>
              <a:rPr lang="en-US" dirty="0"/>
              <a:t>Naïve Persistence</a:t>
            </a:r>
          </a:p>
          <a:p>
            <a:pPr lvl="2"/>
            <a:r>
              <a:rPr lang="en-US" dirty="0"/>
              <a:t>Rolling Historical Mean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43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08C5-DE47-5665-58DB-B0DB8FED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02706-C4E6-32F2-F749-6B8E32740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Volatility?</a:t>
            </a:r>
          </a:p>
          <a:p>
            <a:pPr lvl="1"/>
            <a:r>
              <a:rPr lang="en-US" dirty="0"/>
              <a:t>Most measured as the standard deviations of returns over a rolling window</a:t>
            </a:r>
          </a:p>
          <a:p>
            <a:pPr lvl="1"/>
            <a:r>
              <a:rPr lang="en-US" dirty="0"/>
              <a:t>Realized volatility is annualized by multiplying the square root of the numbers of periods for years</a:t>
            </a:r>
          </a:p>
          <a:p>
            <a:pPr lvl="1"/>
            <a:r>
              <a:rPr lang="en-US" dirty="0"/>
              <a:t>For modeling purposes, we will simplify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45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FEDE-EED0-29FC-5488-AAC41E16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GARCh and other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39EE-1054-057D-F468-0D51916B6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GARCH Model</a:t>
            </a:r>
          </a:p>
          <a:p>
            <a:pPr lvl="1"/>
            <a:r>
              <a:rPr lang="en-US" dirty="0"/>
              <a:t>Specifies conditional variance is a parametric function of past squared returns and variances</a:t>
            </a:r>
          </a:p>
          <a:p>
            <a:pPr lvl="1"/>
            <a:r>
              <a:rPr lang="en-US" dirty="0"/>
              <a:t>Captures volatility clustering well but requires strong assumptions and does not incorporate external indicators</a:t>
            </a:r>
          </a:p>
        </p:txBody>
      </p:sp>
    </p:spTree>
    <p:extLst>
      <p:ext uri="{BB962C8B-B14F-4D97-AF65-F5344CB8AC3E}">
        <p14:creationId xmlns:p14="http://schemas.microsoft.com/office/powerpoint/2010/main" val="380420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AF5C-D62C-EBC4-2D9B-1E708961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For Financial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126AC-22A5-C1BF-5CDE-906E4E07B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5E36-A030-326F-C510-35C0FA1B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0199-0911-63AB-0A17-9406B70EE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Minute Level Open, High, Low, Close, Volume (OHLCV) data for 503 S&amp;P obtained through </a:t>
            </a:r>
            <a:r>
              <a:rPr lang="en-US" dirty="0" err="1"/>
              <a:t>Finnhub</a:t>
            </a:r>
            <a:r>
              <a:rPr lang="en-US" dirty="0"/>
              <a:t> API</a:t>
            </a:r>
          </a:p>
          <a:p>
            <a:r>
              <a:rPr lang="en-US" dirty="0"/>
              <a:t>Covers data from January 1992 through February 2026</a:t>
            </a:r>
          </a:p>
          <a:p>
            <a:r>
              <a:rPr lang="en-US" dirty="0"/>
              <a:t>Some legal limitations</a:t>
            </a:r>
          </a:p>
        </p:txBody>
      </p:sp>
    </p:spTree>
    <p:extLst>
      <p:ext uri="{BB962C8B-B14F-4D97-AF65-F5344CB8AC3E}">
        <p14:creationId xmlns:p14="http://schemas.microsoft.com/office/powerpoint/2010/main" val="136320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757D-340D-4D8B-8329-9BB46ECA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Macroeconomic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16119-D1D4-EB4D-7073-6E3A4A401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supplement the equity data with four daily macro series from the Federal Reserve Economic Database (FRED):</a:t>
            </a:r>
          </a:p>
          <a:p>
            <a:pPr lvl="1"/>
            <a:r>
              <a:rPr lang="en-US" dirty="0"/>
              <a:t>T5YIE — five-year breakeven inflation expectation derived from Treasury Inflation-Protected Securities (TIPS)</a:t>
            </a:r>
          </a:p>
          <a:p>
            <a:pPr lvl="1"/>
            <a:r>
              <a:rPr lang="en-US" dirty="0"/>
              <a:t>DGS2 — two-year U.S. Treasury yield</a:t>
            </a:r>
          </a:p>
          <a:p>
            <a:pPr lvl="1"/>
            <a:r>
              <a:rPr lang="en-US" dirty="0"/>
              <a:t>DGS10 — ten-year U.S. Treasury yield</a:t>
            </a:r>
          </a:p>
          <a:p>
            <a:pPr lvl="1"/>
            <a:r>
              <a:rPr lang="en-US" dirty="0"/>
              <a:t>USEPUINDXD — Daily Economic Policy Uncertainty 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15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6CFDE-B72E-0728-0F77-FE51FE375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6525E-FD5C-3332-AF3E-015B12E9D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daily training example consists of a 60-bar look-back window over the following features:</a:t>
            </a:r>
          </a:p>
          <a:p>
            <a:pPr lvl="1"/>
            <a:r>
              <a:rPr lang="en-US" dirty="0"/>
              <a:t>Daily volume</a:t>
            </a:r>
          </a:p>
          <a:p>
            <a:pPr lvl="1"/>
            <a:r>
              <a:rPr lang="en-US" dirty="0"/>
              <a:t>Daily log return</a:t>
            </a:r>
          </a:p>
          <a:p>
            <a:pPr lvl="1"/>
            <a:r>
              <a:rPr lang="en-US" dirty="0"/>
              <a:t>60 lagged daily log returns (return_1 through return_60)</a:t>
            </a:r>
          </a:p>
          <a:p>
            <a:pPr lvl="1"/>
            <a:r>
              <a:rPr lang="en-US" dirty="0"/>
              <a:t>Four FRED macro series (one-day lagged, forward-filled)</a:t>
            </a:r>
          </a:p>
          <a:p>
            <a:pPr lvl="1"/>
            <a:r>
              <a:rPr lang="en-US" dirty="0"/>
              <a:t>21-day rolling realized volatility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2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28D3-D054-9208-9120-062A61D6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BDE35-8760-B625-FBD4-72A48F6F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Layer LSTM</a:t>
            </a:r>
          </a:p>
          <a:p>
            <a:pPr lvl="1"/>
            <a:r>
              <a:rPr lang="en-US" dirty="0"/>
              <a:t>64 hidden units per layer</a:t>
            </a:r>
          </a:p>
          <a:p>
            <a:pPr lvl="1"/>
            <a:r>
              <a:rPr lang="en-US" dirty="0"/>
              <a:t>Dropout of 0.2 between layers</a:t>
            </a:r>
          </a:p>
          <a:p>
            <a:pPr lvl="1"/>
            <a:r>
              <a:rPr lang="en-US" dirty="0"/>
              <a:t>Single-unit linear head producing a scalar prediction of volatility</a:t>
            </a:r>
          </a:p>
          <a:p>
            <a:pPr lvl="1"/>
            <a:r>
              <a:rPr lang="en-US" dirty="0"/>
              <a:t>Single pooled model across all 503 tickers</a:t>
            </a:r>
          </a:p>
        </p:txBody>
      </p:sp>
    </p:spTree>
    <p:extLst>
      <p:ext uri="{BB962C8B-B14F-4D97-AF65-F5344CB8AC3E}">
        <p14:creationId xmlns:p14="http://schemas.microsoft.com/office/powerpoint/2010/main" val="172685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74CC-8FF3-0371-333F-90E39BA9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4792-5C8B-E815-00A4-88CE12BA7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Ticker Data is partitioned into</a:t>
            </a:r>
          </a:p>
          <a:p>
            <a:pPr lvl="1"/>
            <a:r>
              <a:rPr lang="en-US" dirty="0"/>
              <a:t>80% training</a:t>
            </a:r>
          </a:p>
          <a:p>
            <a:pPr lvl="1"/>
            <a:r>
              <a:rPr lang="en-US" dirty="0"/>
              <a:t>20% validation</a:t>
            </a:r>
          </a:p>
          <a:p>
            <a:r>
              <a:rPr lang="en-US" dirty="0"/>
              <a:t>Shuffling is deliberately avoided</a:t>
            </a:r>
          </a:p>
          <a:p>
            <a:r>
              <a:rPr lang="en-US" dirty="0"/>
              <a:t>Optimized using Adam on mean squared error loss and gradient norms to prevent exploding-gradients</a:t>
            </a:r>
          </a:p>
          <a:p>
            <a:r>
              <a:rPr lang="en-US" dirty="0"/>
              <a:t>Train for 10 epochs per ticker and save model weights with the lowest validation loss</a:t>
            </a:r>
          </a:p>
          <a:p>
            <a:r>
              <a:rPr lang="en-US" dirty="0"/>
              <a:t>All random seeds (NumPy, </a:t>
            </a:r>
            <a:r>
              <a:rPr lang="en-US" dirty="0" err="1"/>
              <a:t>PyTorch</a:t>
            </a:r>
            <a:r>
              <a:rPr lang="en-US" dirty="0"/>
              <a:t> CPU, </a:t>
            </a:r>
            <a:r>
              <a:rPr lang="en-US" dirty="0" err="1"/>
              <a:t>PyTorch</a:t>
            </a:r>
            <a:r>
              <a:rPr lang="en-US" dirty="0"/>
              <a:t> CUDA) are fixed, and </a:t>
            </a:r>
            <a:r>
              <a:rPr lang="en-US" dirty="0" err="1"/>
              <a:t>CuDNN</a:t>
            </a:r>
            <a:r>
              <a:rPr lang="en-US" dirty="0"/>
              <a:t> is configured for deterministic operation allowing for reproducibility on any CUDA machine</a:t>
            </a:r>
          </a:p>
        </p:txBody>
      </p:sp>
    </p:spTree>
    <p:extLst>
      <p:ext uri="{BB962C8B-B14F-4D97-AF65-F5344CB8AC3E}">
        <p14:creationId xmlns:p14="http://schemas.microsoft.com/office/powerpoint/2010/main" val="119266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5CB-8E3A-2831-40C5-8ECB0D3C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Experments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0F0F-68F4-E514-3998-135598E0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Comparing the LSTM against two baselines</a:t>
            </a:r>
          </a:p>
          <a:p>
            <a:pPr lvl="1"/>
            <a:r>
              <a:rPr lang="en-US" dirty="0"/>
              <a:t>Naïve Persistence:: predict next-period volatility equals current-period volatility</a:t>
            </a:r>
          </a:p>
          <a:p>
            <a:pPr lvl="1"/>
            <a:r>
              <a:rPr lang="en-US" dirty="0"/>
              <a:t>Historical Mean: predict next-period volatility as the rolling 21-day mean of past realized volatility</a:t>
            </a:r>
          </a:p>
          <a:p>
            <a:r>
              <a:rPr lang="en-US" dirty="0"/>
              <a:t>Metrics</a:t>
            </a:r>
          </a:p>
          <a:p>
            <a:pPr lvl="1"/>
            <a:r>
              <a:rPr lang="en-US" dirty="0"/>
              <a:t>MSE — Mean Squared Error, the loss function the LSTM is optimized against</a:t>
            </a:r>
          </a:p>
          <a:p>
            <a:pPr lvl="1"/>
            <a:r>
              <a:rPr lang="en-US" dirty="0"/>
              <a:t>MAE — Mean Absolute Error, less sensitive to outliers than MSE</a:t>
            </a:r>
          </a:p>
          <a:p>
            <a:pPr lvl="1"/>
            <a:r>
              <a:rPr lang="en-US" dirty="0"/>
              <a:t>RMSE — Root Mean Squared Error, in the same units as the target</a:t>
            </a:r>
          </a:p>
          <a:p>
            <a:pPr lvl="1"/>
            <a:r>
              <a:rPr lang="en-US" dirty="0"/>
              <a:t>DA — Directional Accuracy, the percentage of periods where the model correctly predicted whether volatility would increase or decrease relative to the previous period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0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7DC0-ECF6-CA01-D783-6AA465CF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C82D0-0284-0573-5AC4-5D3BB510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0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2B0E-BAA3-6B3F-CD74-58EE810F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0245-2BDF-9057-E8CF-4E4CD6991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86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5173-E5CE-2218-5F99-ACF546A2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5FD67-4285-8144-1AA7-C2D3AFDC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1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96D4-9098-39AD-3EB1-B1AB9CE16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9163-8CE8-5E76-3F20-310DBA0F7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31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ED63-2587-F20C-C36B-0CB781BD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925AA-C90A-02A3-8ECF-C8FB7E0DF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6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7BA3-EF70-0292-A507-E9350B4D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86EA-240A-596D-A3D5-614FD59D0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49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2898-0C66-7915-A653-DBC9E374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0CAF-03C5-5387-39FD-3E045D8E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11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BA46-6DDD-E7B7-2749-EF202BD7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6BEA-5197-0EF6-7DC3-5B4AB0073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5855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581</Words>
  <Application>Microsoft Office PowerPoint</Application>
  <PresentationFormat>Widescreen</PresentationFormat>
  <Paragraphs>78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Calisto MT</vt:lpstr>
      <vt:lpstr>Univers Condensed</vt:lpstr>
      <vt:lpstr>ChronicleVTI</vt:lpstr>
      <vt:lpstr>Forecasting Finances - Deep Learning for Volatility Forecasting</vt:lpstr>
      <vt:lpstr>Introduction</vt:lpstr>
      <vt:lpstr>Key Features/Contributions</vt:lpstr>
      <vt:lpstr>background</vt:lpstr>
      <vt:lpstr>GARCh and other models</vt:lpstr>
      <vt:lpstr>Deep Learning For Financial Time Series</vt:lpstr>
      <vt:lpstr>data</vt:lpstr>
      <vt:lpstr>Macroeconomic Indicators</vt:lpstr>
      <vt:lpstr>Feature SET</vt:lpstr>
      <vt:lpstr>Model Architecture</vt:lpstr>
      <vt:lpstr>Model Architecture</vt:lpstr>
      <vt:lpstr>Experments</vt:lpstr>
      <vt:lpstr>RESULTS</vt:lpstr>
      <vt:lpstr>Discussion</vt:lpstr>
      <vt:lpstr>Future work</vt:lpstr>
      <vt:lpstr>conclusion</vt:lpstr>
      <vt:lpstr>references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Vuong</dc:creator>
  <cp:lastModifiedBy>Derek Vuong</cp:lastModifiedBy>
  <cp:revision>1</cp:revision>
  <dcterms:created xsi:type="dcterms:W3CDTF">2026-04-26T02:34:02Z</dcterms:created>
  <dcterms:modified xsi:type="dcterms:W3CDTF">2026-04-26T21:58:17Z</dcterms:modified>
</cp:coreProperties>
</file>